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EduPredict: Data-Driven Prediction of Student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SRM Institute of Science and Technology</a:t>
            </a:r>
          </a:p>
          <a:p>
            <a:r>
              <a:t>Data Science (AIML-B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Educational institutions lack early identification systems for at-risk students.</a:t>
            </a:r>
          </a:p>
          <a:p>
            <a:r>
              <a:t>• Reactive grading systems fail to provide timely intervention.</a:t>
            </a:r>
          </a:p>
          <a:p>
            <a:r>
              <a:t>• Need for proactive assessment of behavioral and academic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Alignment with SDG Goal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SDG 4: Quality Education - Ensure inclusive and equitable quality education.</a:t>
            </a:r>
          </a:p>
          <a:p>
            <a:r>
              <a:t>• EduPredict democratizes academic support through algorithmic transparency.</a:t>
            </a:r>
          </a:p>
          <a:p>
            <a:r>
              <a:t>• Promotes lifelong learning by identifying learning gaps early.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Synthetic Dataset: 500 records of SRM IST students.</a:t>
            </a:r>
          </a:p>
          <a:p>
            <a:r>
              <a:t>• Features: Attendance %, Internal Scores (3 assessments), Participation Score, Library Usage.</a:t>
            </a:r>
          </a:p>
          <a:p>
            <a:r>
              <a:t>• Targets: Final Grade (A/B/C/D/F) and Performance Label.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Acquisition (Synthetic Generation)</a:t>
            </a:r>
          </a:p>
          <a:p>
            <a:r>
              <a:t>2. Exploratory Data Analysis (EDA)</a:t>
            </a:r>
          </a:p>
          <a:p>
            <a:r>
              <a:t>3. Preprocessing (Scaling &amp; Encoding)</a:t>
            </a:r>
          </a:p>
          <a:p>
            <a:r>
              <a:t>4. Modeling (Random Forest, Decision Trees)</a:t>
            </a:r>
          </a:p>
          <a:p>
            <a:r>
              <a:t>5. Evaluation (Classification Metrics)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correlation between Internal Score 2 and Final Grade.</a:t>
            </a:r>
          </a:p>
          <a:p>
            <a:r>
              <a:t>• Attendance below 75% significantly increases 'At-Risk' probability.</a:t>
            </a:r>
          </a:p>
          <a:p>
            <a:r>
              <a:t>• Participation score serves as a secondary indicator of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Visualizations: Attendance vs Final 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Visualizations: Performance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 Accuracy: 92%</a:t>
            </a:r>
          </a:p>
          <a:p>
            <a:r>
              <a:t>• Robust performance across all categories.</a:t>
            </a:r>
          </a:p>
          <a:p>
            <a:r>
              <a:t>• Feature Importance: Attendance and Internal Scores are key drivers.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EduPredict enables early student support and improved retention.</a:t>
            </a:r>
          </a:p>
          <a:p/>
          <a:p>
            <a:r>
              <a:t>Team Members:</a:t>
            </a:r>
          </a:p>
          <a:p>
            <a:r>
              <a:t>• Team Leader: [Your Name]</a:t>
            </a:r>
          </a:p>
          <a:p>
            <a:r>
              <a:t>• Member 2, Member 3, Member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